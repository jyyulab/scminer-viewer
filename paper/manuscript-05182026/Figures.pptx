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7F97B-9AB2-322D-D381-FE2065FEC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A98EE7-ADDB-9BEE-B2D4-30DA9D7DE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F51DD-8434-6B37-62F3-7DCA66F8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02207-ECA4-E711-61FD-31C1986F6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77F80-D45B-4302-B57D-02541EFE8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47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CC80-2A90-D39B-6675-0ACC61A11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3D63D-EC02-E895-CCD6-8A8371B24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BBCB5-4A85-AF79-BE2B-8F4592DD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694E6-7844-DB4B-ED92-C0C327CF2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5A35D-8CDE-EA01-09F5-A724700E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81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C1E7E-95D0-7D03-6359-46B248612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88B82-8C23-C7A7-C5D6-AC06407A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366D6-93EC-2CA0-5149-F4F237EAE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1A313-CC14-5BAC-3E51-CAC782E3E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1BA8C-B6FB-C4AB-A00B-9E8D2181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665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87DE7-79A2-6CC6-D473-8F476697A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38AAA-4CD1-2403-628E-3F7E80C816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36DE8C-1B03-66EF-E0AC-66A006747F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FA520F-9DA6-35C0-5E66-57FFA7674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58B52-E89E-5652-F60B-93D43DDBF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2C31B1-0E9B-DAA3-792D-78EF92DA9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7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16634-5297-F47C-C716-26AC0A22E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3586CE-ED8D-C6C5-D8A8-2BF227F1D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30589-407A-2BD3-E5E3-05702CDC6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0770F-32BF-AD6F-7763-A0276F3ADE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4B94E1-71B2-7E81-B38C-DB3AE0A1A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0A065-2F3D-BD65-46F5-B286AD45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2E7BC0-A77F-D0E8-78E1-1D7BAFFC1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872F0A-D4F7-8A13-C15D-A8E7122A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43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3A55-7202-06D6-6190-CB0D3A658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256BCC-9210-EAC8-F586-27375079B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3866E9-1BA1-A2C3-4093-7D83084B0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9157F-C81A-F78B-F68D-BB63E1AE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1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AD84FC-3C1E-71A6-CE90-3EA8226B2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CCAD5C-6BFC-E6DE-A037-1351FA52B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54F3C-FE8C-3827-9619-ADBBCA5DB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759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F818B-9BB8-1F66-EB58-344A004A2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8A688-702C-ED59-680E-E6AA5E5D6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2DA878-0614-3BB1-604F-77C8E7700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45643A-9EE3-2977-D1E7-38AF9C2D9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16F18-A75F-BE09-E5DD-FA40DF5D8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1F905-7DDB-0F82-C20F-4FB59819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54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2F890-28EB-DA8D-BA06-6ACE3CE0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4A1D77-AA9D-FAD6-ADC6-D1CE09D15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AF94B-CD3D-92A4-A413-4EF34ACA39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A2F5B-4E1B-E53E-CA19-AEC6E17D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B6F72-7B97-0921-9D24-51FE577EA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0A29C2-EB66-CDB8-B222-E602C4253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83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228AC-0278-F2F2-E320-221861D4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8962F9-E68B-DABC-AC5B-F679CA66F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CD2D7-5E04-5724-B632-2D4C770ED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5BFEE-8AF4-2C7B-73A9-39C42D52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0418A-B08C-1ED0-B2DE-A57B210B9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2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07783-4301-4022-82FA-DEE811A0C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9EFF22-A9E4-7D95-56F3-12503689C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AE45C-56F4-91CB-882D-782199DCD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6471E-36EB-DDAD-F686-7F3E57E4E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BF3B1-3FD2-AA0A-8A49-BDEE27FC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1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14BD74-3CCF-49C6-3624-087697252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2DD44-B4A7-1AF7-FFE3-8BBB4E1D6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B516C-C8F8-3F3E-DB95-6C66261275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CD40C4-9DAE-674B-AB71-44BA40B4EB6F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823B9-CCA6-0799-BE71-9A81958F32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1E811-6299-F942-2C18-3BF829CED3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62069-C290-A149-A444-9EA75BC2A99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D59633-F6B1-E0F7-3DE0-D2EE260A95E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2207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St. Jude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45300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BCFF8C2-E1FB-4DAF-B2C0-AF40F9C9F3A4}"/>
              </a:ext>
            </a:extLst>
          </p:cNvPr>
          <p:cNvGrpSpPr/>
          <p:nvPr/>
        </p:nvGrpSpPr>
        <p:grpSpPr>
          <a:xfrm>
            <a:off x="35792" y="501899"/>
            <a:ext cx="11785307" cy="5337042"/>
            <a:chOff x="35792" y="501899"/>
            <a:chExt cx="11785307" cy="53370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6115D57-D254-5D1B-8D9F-D70604411652}"/>
                </a:ext>
              </a:extLst>
            </p:cNvPr>
            <p:cNvGrpSpPr/>
            <p:nvPr/>
          </p:nvGrpSpPr>
          <p:grpSpPr>
            <a:xfrm>
              <a:off x="35792" y="501899"/>
              <a:ext cx="11785307" cy="5337042"/>
              <a:chOff x="35792" y="501899"/>
              <a:chExt cx="11785307" cy="5337042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22B979C5-3CFC-7CDF-0D32-DBF487B57610}"/>
                  </a:ext>
                </a:extLst>
              </p:cNvPr>
              <p:cNvGrpSpPr/>
              <p:nvPr/>
            </p:nvGrpSpPr>
            <p:grpSpPr>
              <a:xfrm>
                <a:off x="35792" y="501899"/>
                <a:ext cx="11785307" cy="5337042"/>
                <a:chOff x="35792" y="501899"/>
                <a:chExt cx="11785307" cy="5337042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DDFCA68E-FE5C-ECEC-6336-4C15E6DFF3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4237" t="2705" r="5193" b="9696"/>
                <a:stretch>
                  <a:fillRect/>
                </a:stretch>
              </p:blipFill>
              <p:spPr>
                <a:xfrm>
                  <a:off x="35792" y="809676"/>
                  <a:ext cx="3767769" cy="4858977"/>
                </a:xfrm>
                <a:prstGeom prst="rect">
                  <a:avLst/>
                </a:prstGeom>
              </p:spPr>
            </p:pic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E7E6877E-D1F8-86E4-D04A-0CA4938FCA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665367" y="2807857"/>
                  <a:ext cx="2127938" cy="2999094"/>
                </a:xfrm>
                <a:prstGeom prst="rect">
                  <a:avLst/>
                </a:prstGeom>
              </p:spPr>
            </p:pic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A3316F8B-4F10-4429-9FFA-6E320C3D6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b="4471"/>
                <a:stretch>
                  <a:fillRect/>
                </a:stretch>
              </p:blipFill>
              <p:spPr>
                <a:xfrm>
                  <a:off x="9665367" y="738149"/>
                  <a:ext cx="2130458" cy="2050419"/>
                </a:xfrm>
                <a:prstGeom prst="rect">
                  <a:avLst/>
                </a:prstGeom>
              </p:spPr>
            </p:pic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F4FF86A-A17E-B9D7-ABE0-BE6F2E719FFE}"/>
                    </a:ext>
                  </a:extLst>
                </p:cNvPr>
                <p:cNvSpPr txBox="1"/>
                <p:nvPr/>
              </p:nvSpPr>
              <p:spPr>
                <a:xfrm>
                  <a:off x="108485" y="501899"/>
                  <a:ext cx="29046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A7D42A7-6CFF-DE1C-F2E6-804F3B56CD16}"/>
                    </a:ext>
                  </a:extLst>
                </p:cNvPr>
                <p:cNvSpPr txBox="1"/>
                <p:nvPr/>
              </p:nvSpPr>
              <p:spPr>
                <a:xfrm>
                  <a:off x="3769644" y="501899"/>
                  <a:ext cx="29367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B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CCA6A6E0-06CB-0A23-1A07-F45483887B4F}"/>
                    </a:ext>
                  </a:extLst>
                </p:cNvPr>
                <p:cNvSpPr/>
                <p:nvPr/>
              </p:nvSpPr>
              <p:spPr>
                <a:xfrm>
                  <a:off x="101895" y="517792"/>
                  <a:ext cx="3613494" cy="5321148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BD6673FD-C4E1-A0BD-6064-705E553102FC}"/>
                    </a:ext>
                  </a:extLst>
                </p:cNvPr>
                <p:cNvSpPr/>
                <p:nvPr/>
              </p:nvSpPr>
              <p:spPr>
                <a:xfrm>
                  <a:off x="3756874" y="517792"/>
                  <a:ext cx="5836695" cy="2346959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C0F7E0AE-72F5-5F2A-1138-993DE8554C5F}"/>
                    </a:ext>
                  </a:extLst>
                </p:cNvPr>
                <p:cNvSpPr/>
                <p:nvPr/>
              </p:nvSpPr>
              <p:spPr>
                <a:xfrm>
                  <a:off x="3756873" y="2903824"/>
                  <a:ext cx="5836695" cy="2935117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8F3054E-6DD1-01CE-0EFF-8EF255066B23}"/>
                    </a:ext>
                  </a:extLst>
                </p:cNvPr>
                <p:cNvSpPr txBox="1"/>
                <p:nvPr/>
              </p:nvSpPr>
              <p:spPr>
                <a:xfrm>
                  <a:off x="3769644" y="2925282"/>
                  <a:ext cx="3097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C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EB6ABCBF-362E-1AFC-40C7-20E7592AB048}"/>
                    </a:ext>
                  </a:extLst>
                </p:cNvPr>
                <p:cNvSpPr/>
                <p:nvPr/>
              </p:nvSpPr>
              <p:spPr>
                <a:xfrm>
                  <a:off x="9635054" y="517792"/>
                  <a:ext cx="2186045" cy="5321148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F239376-22FE-C990-7CA4-0AA9A0A34E67}"/>
                    </a:ext>
                  </a:extLst>
                </p:cNvPr>
                <p:cNvSpPr txBox="1"/>
                <p:nvPr/>
              </p:nvSpPr>
              <p:spPr>
                <a:xfrm>
                  <a:off x="9644368" y="501899"/>
                  <a:ext cx="30809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D</a:t>
                  </a:r>
                </a:p>
              </p:txBody>
            </p:sp>
          </p:grp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77945B6-AC6E-3B02-5239-9E39F9580F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16332" y="3233059"/>
                <a:ext cx="5723904" cy="2483958"/>
              </a:xfrm>
              <a:prstGeom prst="rect">
                <a:avLst/>
              </a:prstGeom>
            </p:spPr>
          </p:pic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6499FF-5E3D-931C-29A0-1BFADA212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87567" y="848749"/>
              <a:ext cx="2750274" cy="192264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0383A18-B421-1EAB-0830-5AEEA0FE1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805742" y="848750"/>
              <a:ext cx="2979462" cy="19226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01814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5ce1208-e929-4ec4-be64-9138d78922c0}" enabled="1" method="Standard" siteId="{22340fa8-9226-4871-b677-d3b3e377af72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Zhou, Honglei</dc:creator>
  <cp:lastModifiedBy>Zhou, Honglei</cp:lastModifiedBy>
  <cp:revision>8</cp:revision>
  <dcterms:created xsi:type="dcterms:W3CDTF">2026-05-19T15:27:39Z</dcterms:created>
  <dcterms:modified xsi:type="dcterms:W3CDTF">2026-05-19T17:56:47Z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St. Jude - Confidential</vt:lpwstr>
  </property>
</Properties>
</file>