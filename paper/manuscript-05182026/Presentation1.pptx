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0" d="100"/>
          <a:sy n="100" d="100"/>
        </p:scale>
        <p:origin x="15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F97B-9AB2-322D-D381-FE2065FEC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98EE7-ADDB-9BEE-B2D4-30DA9D7DE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F51DD-8434-6B37-62F3-7DCA66F83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2207-ECA4-E711-61FD-31C1986F6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7F80-D45B-4302-B57D-02541EFE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CC80-2A90-D39B-6675-0ACC61A1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3D63D-EC02-E895-CCD6-8A8371B24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BBCB5-4A85-AF79-BE2B-8F4592DD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694E6-7844-DB4B-ED92-C0C327CF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5A35D-8CDE-EA01-09F5-A724700E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8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1E7E-95D0-7D03-6359-46B24861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88B82-8C23-C7A7-C5D6-AC06407A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366D6-93EC-2CA0-5149-F4F237EA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1A313-CC14-5BAC-3E51-CAC782E3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1BA8C-B6FB-C4AB-A00B-9E8D2181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6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7DE7-79A2-6CC6-D473-8F476697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8AAA-4CD1-2403-628E-3F7E80C81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6DE8C-1B03-66EF-E0AC-66A006747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A520F-9DA6-35C0-5E66-57FFA767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58B52-E89E-5652-F60B-93D43DDB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C31B1-0E9B-DAA3-792D-78EF92DA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1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6634-5297-F47C-C716-26AC0A22E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586CE-ED8D-C6C5-D8A8-2BF227F1D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30589-407A-2BD3-E5E3-05702CDC6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0770F-32BF-AD6F-7763-A0276F3AD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B94E1-71B2-7E81-B38C-DB3AE0A1A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0A065-2F3D-BD65-46F5-B286AD45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E7BC0-A77F-D0E8-78E1-1D7BAFFC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72F0A-D4F7-8A13-C15D-A8E7122A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3A55-7202-06D6-6190-CB0D3A65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56BCC-9210-EAC8-F586-27375079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866E9-1BA1-A2C3-4093-7D83084B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9157F-C81A-F78B-F68D-BB63E1AE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1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D84FC-3C1E-71A6-CE90-3EA8226B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CAD5C-6BFC-E6DE-A037-1351FA52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54F3C-FE8C-3827-9619-ADBBCA5D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5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818B-9BB8-1F66-EB58-344A004A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A688-702C-ED59-680E-E6AA5E5D6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DA878-0614-3BB1-604F-77C8E7700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5643A-9EE3-2977-D1E7-38AF9C2D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16F18-A75F-BE09-E5DD-FA40DF5D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1F905-7DDB-0F82-C20F-4FB59819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5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F890-28EB-DA8D-BA06-6ACE3CE0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A1D77-AA9D-FAD6-ADC6-D1CE09D15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AF94B-CD3D-92A4-A413-4EF34ACA3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A2F5B-4E1B-E53E-CA19-AEC6E17D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B6F72-7B97-0921-9D24-51FE577E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A29C2-EB66-CDB8-B222-E602C42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8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28AC-0278-F2F2-E320-221861D4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962F9-E68B-DABC-AC5B-F679CA66F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CD2D7-5E04-5724-B632-2D4C770E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5BFEE-8AF4-2C7B-73A9-39C42D52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0418A-B08C-1ED0-B2DE-A57B210B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07783-4301-4022-82FA-DEE811A0C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EFF22-A9E4-7D95-56F3-12503689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AE45C-56F4-91CB-882D-782199DCD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6471E-36EB-DDAD-F686-7F3E57E4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BF3B1-3FD2-AA0A-8A49-BDEE27FC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1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4BD74-3CCF-49C6-3624-08769725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2DD44-B4A7-1AF7-FFE3-8BBB4E1D6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B516C-C8F8-3F3E-DB95-6C6626127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D40C4-9DAE-674B-AB71-44BA40B4EB6F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23B9-CCA6-0799-BE71-9A81958F3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E811-6299-F942-2C18-3BF829CED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62069-C290-A149-A444-9EA75BC2A9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59633-F6B1-E0F7-3DE0-D2EE260A95E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07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St. Jude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4530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FCA68E-FE5C-ECEC-6336-4C15E6DFF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" t="2705" r="5193" b="9696"/>
          <a:stretch>
            <a:fillRect/>
          </a:stretch>
        </p:blipFill>
        <p:spPr>
          <a:xfrm>
            <a:off x="35792" y="809676"/>
            <a:ext cx="3767769" cy="48589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A01127-A439-2EF3-BD84-A1668A7E9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475" y="848749"/>
            <a:ext cx="3029417" cy="19548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4F54D2-D4B2-7B10-9F3B-47133D20D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40" y="844793"/>
            <a:ext cx="2796384" cy="195488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1764D48-C23F-CDF5-154E-BF118DFA5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63590"/>
              </p:ext>
            </p:extLst>
          </p:nvPr>
        </p:nvGraphicFramePr>
        <p:xfrm>
          <a:off x="3922044" y="3225457"/>
          <a:ext cx="5624840" cy="2443196"/>
        </p:xfrm>
        <a:graphic>
          <a:graphicData uri="http://schemas.openxmlformats.org/drawingml/2006/table">
            <a:tbl>
              <a:tblPr/>
              <a:tblGrid>
                <a:gridCol w="614004">
                  <a:extLst>
                    <a:ext uri="{9D8B030D-6E8A-4147-A177-3AD203B41FA5}">
                      <a16:colId xmlns:a16="http://schemas.microsoft.com/office/drawing/2014/main" val="392018686"/>
                    </a:ext>
                  </a:extLst>
                </a:gridCol>
                <a:gridCol w="614004">
                  <a:extLst>
                    <a:ext uri="{9D8B030D-6E8A-4147-A177-3AD203B41FA5}">
                      <a16:colId xmlns:a16="http://schemas.microsoft.com/office/drawing/2014/main" val="3203199159"/>
                    </a:ext>
                  </a:extLst>
                </a:gridCol>
                <a:gridCol w="614004">
                  <a:extLst>
                    <a:ext uri="{9D8B030D-6E8A-4147-A177-3AD203B41FA5}">
                      <a16:colId xmlns:a16="http://schemas.microsoft.com/office/drawing/2014/main" val="1975513306"/>
                    </a:ext>
                  </a:extLst>
                </a:gridCol>
                <a:gridCol w="677522">
                  <a:extLst>
                    <a:ext uri="{9D8B030D-6E8A-4147-A177-3AD203B41FA5}">
                      <a16:colId xmlns:a16="http://schemas.microsoft.com/office/drawing/2014/main" val="3962963686"/>
                    </a:ext>
                  </a:extLst>
                </a:gridCol>
                <a:gridCol w="621061">
                  <a:extLst>
                    <a:ext uri="{9D8B030D-6E8A-4147-A177-3AD203B41FA5}">
                      <a16:colId xmlns:a16="http://schemas.microsoft.com/office/drawing/2014/main" val="1596742012"/>
                    </a:ext>
                  </a:extLst>
                </a:gridCol>
                <a:gridCol w="547226">
                  <a:extLst>
                    <a:ext uri="{9D8B030D-6E8A-4147-A177-3AD203B41FA5}">
                      <a16:colId xmlns:a16="http://schemas.microsoft.com/office/drawing/2014/main" val="2045214873"/>
                    </a:ext>
                  </a:extLst>
                </a:gridCol>
                <a:gridCol w="556054">
                  <a:extLst>
                    <a:ext uri="{9D8B030D-6E8A-4147-A177-3AD203B41FA5}">
                      <a16:colId xmlns:a16="http://schemas.microsoft.com/office/drawing/2014/main" val="3207566932"/>
                    </a:ext>
                  </a:extLst>
                </a:gridCol>
                <a:gridCol w="738732">
                  <a:extLst>
                    <a:ext uri="{9D8B030D-6E8A-4147-A177-3AD203B41FA5}">
                      <a16:colId xmlns:a16="http://schemas.microsoft.com/office/drawing/2014/main" val="870248774"/>
                    </a:ext>
                  </a:extLst>
                </a:gridCol>
                <a:gridCol w="642233">
                  <a:extLst>
                    <a:ext uri="{9D8B030D-6E8A-4147-A177-3AD203B41FA5}">
                      <a16:colId xmlns:a16="http://schemas.microsoft.com/office/drawing/2014/main" val="2386354360"/>
                    </a:ext>
                  </a:extLst>
                </a:gridCol>
              </a:tblGrid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studyID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n_cells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n_genes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bundle MB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shard MB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load s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fetch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TF edges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 edges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345668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2326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4,373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14,712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295.1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306.1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1,549,003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1,531,394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73688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2327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8,464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9,861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77.1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457.6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429,516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314,348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723565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10,537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26,040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73.4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167.5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263,440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424,897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95540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2319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10,965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11,778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785.6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748.9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19.62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3,286,884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4,685,586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32034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2325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13,605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8,846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314.9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602.8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666,244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2,696,465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982000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2318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14,675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11,147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482.1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930.4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1,938,848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2,884,379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621056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15,400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21,481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73.4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169.5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263,440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424,897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83530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50,435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15,718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3,918.90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19.36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4,173,419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4,068,560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003055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2203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53,958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33,645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576.9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3,427.30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14.23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2,144,370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3,778,244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541924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56,751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13,772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775.5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4,258.20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20.23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3,904,489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4,005,173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408870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96,305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15,778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1,363.30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7,427.70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34.25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6,557,601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6,973,009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011064"/>
                  </a:ext>
                </a:extLst>
              </a:tr>
              <a:tr h="174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104,905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12,982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743.2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6,579.70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12.75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2,900,665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4,723,739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268847"/>
                  </a:ext>
                </a:extLst>
              </a:tr>
              <a:tr h="1708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2333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138,268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18,274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105.8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3,149.10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1,208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384,817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528,311</a:t>
                      </a:r>
                    </a:p>
                  </a:txBody>
                  <a:tcPr marL="8444" marR="8444" marT="84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16365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E7E6877E-D1F8-86E4-D04A-0CA4938FC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367" y="2807857"/>
            <a:ext cx="2127938" cy="2999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316F8B-4F10-4429-9FFA-6E320C3D64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471"/>
          <a:stretch>
            <a:fillRect/>
          </a:stretch>
        </p:blipFill>
        <p:spPr>
          <a:xfrm>
            <a:off x="9665367" y="738149"/>
            <a:ext cx="2130458" cy="20504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F4FF86A-A17E-B9D7-ABE0-BE6F2E719FFE}"/>
              </a:ext>
            </a:extLst>
          </p:cNvPr>
          <p:cNvSpPr txBox="1"/>
          <p:nvPr/>
        </p:nvSpPr>
        <p:spPr>
          <a:xfrm>
            <a:off x="108485" y="501899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7D42A7-6CFF-DE1C-F2E6-804F3B56CD16}"/>
              </a:ext>
            </a:extLst>
          </p:cNvPr>
          <p:cNvSpPr txBox="1"/>
          <p:nvPr/>
        </p:nvSpPr>
        <p:spPr>
          <a:xfrm>
            <a:off x="3769644" y="501899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A6A6E0-06CB-0A23-1A07-F45483887B4F}"/>
              </a:ext>
            </a:extLst>
          </p:cNvPr>
          <p:cNvSpPr/>
          <p:nvPr/>
        </p:nvSpPr>
        <p:spPr>
          <a:xfrm>
            <a:off x="101895" y="517792"/>
            <a:ext cx="3613494" cy="532114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6673FD-C4E1-A0BD-6064-705E553102FC}"/>
              </a:ext>
            </a:extLst>
          </p:cNvPr>
          <p:cNvSpPr/>
          <p:nvPr/>
        </p:nvSpPr>
        <p:spPr>
          <a:xfrm>
            <a:off x="3756874" y="517792"/>
            <a:ext cx="5836695" cy="23469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F7E0AE-72F5-5F2A-1138-993DE8554C5F}"/>
              </a:ext>
            </a:extLst>
          </p:cNvPr>
          <p:cNvSpPr/>
          <p:nvPr/>
        </p:nvSpPr>
        <p:spPr>
          <a:xfrm>
            <a:off x="3756873" y="2903824"/>
            <a:ext cx="5836695" cy="293511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F3054E-6DD1-01CE-0EFF-8EF255066B23}"/>
              </a:ext>
            </a:extLst>
          </p:cNvPr>
          <p:cNvSpPr txBox="1"/>
          <p:nvPr/>
        </p:nvSpPr>
        <p:spPr>
          <a:xfrm>
            <a:off x="3769644" y="2925282"/>
            <a:ext cx="309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6ABCBF-362E-1AFC-40C7-20E7592AB048}"/>
              </a:ext>
            </a:extLst>
          </p:cNvPr>
          <p:cNvSpPr/>
          <p:nvPr/>
        </p:nvSpPr>
        <p:spPr>
          <a:xfrm>
            <a:off x="9635054" y="517792"/>
            <a:ext cx="2186045" cy="532114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239376-22FE-C990-7CA4-0AA9A0A34E67}"/>
              </a:ext>
            </a:extLst>
          </p:cNvPr>
          <p:cNvSpPr txBox="1"/>
          <p:nvPr/>
        </p:nvSpPr>
        <p:spPr>
          <a:xfrm>
            <a:off x="9644368" y="50189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20181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5ce1208-e929-4ec4-be64-9138d78922c0}" enabled="1" method="Standard" siteId="{22340fa8-9226-4871-b677-d3b3e377af72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140</Words>
  <Application>Microsoft Macintosh PowerPoint</Application>
  <PresentationFormat>Widescreen</PresentationFormat>
  <Paragraphs>130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Honglei</dc:creator>
  <cp:lastModifiedBy>Zhou, Honglei</cp:lastModifiedBy>
  <cp:revision>2</cp:revision>
  <dcterms:created xsi:type="dcterms:W3CDTF">2026-05-19T15:27:39Z</dcterms:created>
  <dcterms:modified xsi:type="dcterms:W3CDTF">2026-05-19T16:17:09Z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St. Jude - Confidential</vt:lpwstr>
  </property>
</Properties>
</file>